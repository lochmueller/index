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5873050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Test Content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1">
  <a:themeElements>
    <a:clrScheme name="Theme2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2026-01-29T19:17:08Z</dcterms:created>
  <dcterms:modified xsi:type="dcterms:W3CDTF">2026-01-29T19:17:08Z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